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Roboto" panose="02000000000000000000" pitchFamily="2" charset="0"/>
      <p:regular r:id="rId11"/>
    </p:embeddedFont>
    <p:embeddedFont>
      <p:font typeface="Roboto Slab" pitchFamily="2" charset="0"/>
      <p:regular r:id="rId1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8085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svg"/><Relationship Id="rId7" Type="http://schemas.openxmlformats.org/officeDocument/2006/relationships/hyperlink" Target="https://github.com/keerthikabheemaraj/customer_sales_board/blob/main/mini_project3.ipynb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ustomersalesboard-ftnubggesfgehjoubcgu8z.streamlit.app/" TargetMode="External"/><Relationship Id="rId5" Type="http://schemas.openxmlformats.org/officeDocument/2006/relationships/image" Target="../media/image17.svg"/><Relationship Id="rId4" Type="http://schemas.openxmlformats.org/officeDocument/2006/relationships/hyperlink" Target="https://github.com/keerthikabheemaraj/customer_sales_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825154"/>
            <a:ext cx="1561877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257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1872407"/>
            <a:ext cx="183944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PRESENTATION 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2157785"/>
            <a:ext cx="82263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Sales Dashboard &amp; Customer Insights Analysis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657475"/>
            <a:ext cx="23185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70471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performance, customer trends, and key insights.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0DE58B-CB56-7BAD-B95F-F8E60D6AEC43}"/>
              </a:ext>
            </a:extLst>
          </p:cNvPr>
          <p:cNvSpPr/>
          <p:nvPr/>
        </p:nvSpPr>
        <p:spPr>
          <a:xfrm>
            <a:off x="8062686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1</a:t>
            </a:r>
            <a:endParaRPr lang="en-IN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5111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Objective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7761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the analysis on sales performance, customer behavior, and actionable dashboard insights.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63899"/>
            <a:ext cx="1931566" cy="17284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55601" y="23626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6927" y="2849984"/>
            <a:ext cx="160994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Analyze Sales Performance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3377952"/>
            <a:ext cx="160994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revenue trends.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9443" y="2263899"/>
            <a:ext cx="1931640" cy="17284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8926" y="23626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2730252" y="2849984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Identify Customer Behavior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730252" y="3377952"/>
            <a:ext cx="16100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Spot key segments.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2842" y="2263899"/>
            <a:ext cx="1931640" cy="172849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02325" y="23626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4803651" y="2849984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Generate Business Insights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803651" y="3377952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Turn findings into actions.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16241" y="2263899"/>
            <a:ext cx="1931640" cy="172849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575724" y="23626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877050" y="2849984"/>
            <a:ext cx="161002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Build Interactive Dashboard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6877050" y="3377952"/>
            <a:ext cx="161002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exploration and decisions.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AFBC0A0-4B5A-EE9C-27D7-4D6D7D780044}"/>
              </a:ext>
            </a:extLst>
          </p:cNvPr>
          <p:cNvSpPr/>
          <p:nvPr/>
        </p:nvSpPr>
        <p:spPr>
          <a:xfrm>
            <a:off x="8055429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2</a:t>
            </a:r>
            <a:endParaRPr lang="en-I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511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06314"/>
            <a:ext cx="86089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Six core datasets provide a complete view of business performance, customer behavior, and product activity.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636737"/>
            <a:ext cx="3924746" cy="8940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845" y="1795314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Orders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1845" y="2150715"/>
            <a:ext cx="35313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Transaction records and purchase activity.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668116"/>
            <a:ext cx="3924746" cy="8940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1845" y="282669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11845" y="3182094"/>
            <a:ext cx="35313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Profiles, segments, and behavior.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699495"/>
            <a:ext cx="3924746" cy="8940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1845" y="385807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711845" y="4213473"/>
            <a:ext cx="35313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Categories, attributes, and item details.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7897" y="1636737"/>
            <a:ext cx="3924746" cy="89401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2674" y="1795314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962674" y="2150715"/>
            <a:ext cx="35313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by market.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7897" y="2668116"/>
            <a:ext cx="3924746" cy="89401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2674" y="2826693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Sales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4962674" y="3182094"/>
            <a:ext cx="35313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Revenue, quantities, and performance.</a:t>
            </a:r>
            <a:endParaRPr lang="en-US" sz="10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27897" y="3699495"/>
            <a:ext cx="3924746" cy="89401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962674" y="3858071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Profit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4962674" y="4213473"/>
            <a:ext cx="35313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Margins and profitability.</a:t>
            </a:r>
            <a:endParaRPr lang="en-US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7EECA0-9461-C5F7-B0F4-955FA6692FEE}"/>
              </a:ext>
            </a:extLst>
          </p:cNvPr>
          <p:cNvSpPr/>
          <p:nvPr/>
        </p:nvSpPr>
        <p:spPr>
          <a:xfrm>
            <a:off x="8055429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3</a:t>
            </a:r>
            <a:endParaRPr lang="en-IN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43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Cleaning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0993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data is accurate, consistent, and ready for analysis.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055688"/>
            <a:ext cx="1899642" cy="21394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4077" y="2216497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Quality Checks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4077" y="2801169"/>
            <a:ext cx="1501825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Removed duplicates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missing data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types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99420" y="2055688"/>
            <a:ext cx="1899642" cy="213947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36428" y="2216497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Standardization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736428" y="2579712"/>
            <a:ext cx="1501825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Converted dates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Standardized formats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Normalized values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0651" y="2055688"/>
            <a:ext cx="1899642" cy="214483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7660" y="2216497"/>
            <a:ext cx="1501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 Integrity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4967660" y="2579712"/>
            <a:ext cx="1501825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Validated relationships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Checked consistency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Confirmed unique keys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002" y="2055688"/>
            <a:ext cx="1899642" cy="214483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90011" y="2216497"/>
            <a:ext cx="150182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Quality Refinement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990011" y="2801169"/>
            <a:ext cx="1501825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Handled outliers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Reviewed anomalies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Prepared for analysis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B9DD2D-1F3F-277C-C865-6B3501A1BE28}"/>
              </a:ext>
            </a:extLst>
          </p:cNvPr>
          <p:cNvSpPr/>
          <p:nvPr/>
        </p:nvSpPr>
        <p:spPr>
          <a:xfrm>
            <a:off x="8055429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4</a:t>
            </a:r>
            <a:endParaRPr lang="en-IN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988" y="2905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Analysis Performed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1066988" y="588065"/>
            <a:ext cx="534813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Exploratory review, segmentation, and performance comparison revealed key patterns and drivers of change.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126531" y="842442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Sales Trend Analysis</a:t>
            </a:r>
            <a:endParaRPr lang="en-US" sz="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86" y="992981"/>
            <a:ext cx="3484045" cy="1697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63232" y="842442"/>
            <a:ext cx="1463501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Segmentation</a:t>
            </a:r>
            <a:endParaRPr lang="en-US" sz="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232" y="992981"/>
            <a:ext cx="2971282" cy="16979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26531" y="2806005"/>
            <a:ext cx="138879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Regional Performance</a:t>
            </a:r>
            <a:endParaRPr lang="en-US" sz="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486" y="2956545"/>
            <a:ext cx="3484045" cy="16979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3232" y="2806005"/>
            <a:ext cx="1345629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Profitability Analysis</a:t>
            </a:r>
            <a:endParaRPr lang="en-US" sz="6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231" y="2956545"/>
            <a:ext cx="2884197" cy="16979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126531" y="4747468"/>
            <a:ext cx="13431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Correlation Analysis</a:t>
            </a:r>
            <a:endParaRPr lang="en-US" sz="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531" y="4911328"/>
            <a:ext cx="4890939" cy="273888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5FCF72-27BA-53EF-AE1B-A47496A46005}"/>
              </a:ext>
            </a:extLst>
          </p:cNvPr>
          <p:cNvSpPr/>
          <p:nvPr/>
        </p:nvSpPr>
        <p:spPr>
          <a:xfrm>
            <a:off x="8055429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5</a:t>
            </a:r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957"/>
            <a:ext cx="3945954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Insights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06760"/>
            <a:ext cx="8151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analysis highlights clear areas of strength across product performance, regional momentum, customer concentration, and month-over-month growth.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704156"/>
            <a:ext cx="1953964" cy="30433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1845" y="1862733"/>
            <a:ext cx="156061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Highest Sales Category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845" y="2453283"/>
            <a:ext cx="1560612" cy="8739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11845" y="3481685"/>
            <a:ext cx="1560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top-performing product category drives the largest share of revenue and should remain a priority.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49351" y="1704156"/>
            <a:ext cx="1953964" cy="304338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784128" y="1862733"/>
            <a:ext cx="156061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Best-performing Region</a:t>
            </a:r>
            <a:endParaRPr lang="en-US" sz="13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4128" y="2453283"/>
            <a:ext cx="1560612" cy="87391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784128" y="3481685"/>
            <a:ext cx="1560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region is outperforming peers, making it a strong source of scalable momentum.</a:t>
            </a:r>
            <a:endParaRPr lang="en-US" sz="10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1634" y="1704156"/>
            <a:ext cx="1953964" cy="304338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56411" y="1862733"/>
            <a:ext cx="1560612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Top Customers</a:t>
            </a:r>
            <a:endParaRPr lang="en-US" sz="13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6411" y="2235250"/>
            <a:ext cx="1560612" cy="87391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856411" y="3263652"/>
            <a:ext cx="1560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is concentrated among a small set of high-value customers, reinforcing the importance of retention.</a:t>
            </a:r>
            <a:endParaRPr lang="en-US" sz="10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93917" y="1704156"/>
            <a:ext cx="1953964" cy="3043386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928693" y="1862733"/>
            <a:ext cx="1560612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Monthly Sales Growth</a:t>
            </a:r>
            <a:endParaRPr lang="en-US" sz="135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28693" y="2453283"/>
            <a:ext cx="1560612" cy="873919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928693" y="3481685"/>
            <a:ext cx="1560612" cy="1107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have shown steady month-over-month gains, signaling healthy demand and improving execution.</a:t>
            </a:r>
            <a:endParaRPr lang="en-US" sz="10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6619E0-85FE-EFBF-15B4-B999CCFCCF81}"/>
              </a:ext>
            </a:extLst>
          </p:cNvPr>
          <p:cNvSpPr/>
          <p:nvPr/>
        </p:nvSpPr>
        <p:spPr>
          <a:xfrm>
            <a:off x="8055429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6</a:t>
            </a:r>
            <a:endParaRPr lang="en-IN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62484"/>
            <a:ext cx="520474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78898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the actions most likely to improve retention, expand growth, and strengthen product performance.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2175272"/>
            <a:ext cx="4107135" cy="1905670"/>
          </a:xfrm>
          <a:prstGeom prst="roundRect">
            <a:avLst>
              <a:gd name="adj" fmla="val 1116"/>
            </a:avLst>
          </a:prstGeom>
          <a:solidFill>
            <a:srgbClr val="3257B8"/>
          </a:solidFill>
          <a:ln/>
        </p:spPr>
      </p:sp>
      <p:sp>
        <p:nvSpPr>
          <p:cNvPr id="5" name="Text 3"/>
          <p:cNvSpPr/>
          <p:nvPr/>
        </p:nvSpPr>
        <p:spPr>
          <a:xfrm>
            <a:off x="2587377" y="231703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Retention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2680246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Strengthen loyalty and reduce churn among high-value accounts.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49701" y="2334741"/>
            <a:ext cx="1880592" cy="1586731"/>
          </a:xfrm>
          <a:prstGeom prst="roundRect">
            <a:avLst>
              <a:gd name="adj" fmla="val 134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10510" y="2495550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Regional Expansion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910510" y="3080221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high-momentum markets to accelerate growth.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772052" y="2334741"/>
            <a:ext cx="1880592" cy="1586731"/>
          </a:xfrm>
          <a:prstGeom prst="roundRect">
            <a:avLst>
              <a:gd name="adj" fmla="val 1340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32861" y="2495550"/>
            <a:ext cx="15589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Optimization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32861" y="3080221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assortment and promotions to boost margin and ROI.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790FCD-F55F-1920-E52D-492B884D4BF7}"/>
              </a:ext>
            </a:extLst>
          </p:cNvPr>
          <p:cNvSpPr/>
          <p:nvPr/>
        </p:nvSpPr>
        <p:spPr>
          <a:xfrm>
            <a:off x="8055429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7</a:t>
            </a:r>
            <a:endParaRPr lang="en-IN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429890"/>
            <a:ext cx="3835450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Deployment &amp; References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962844"/>
            <a:ext cx="8252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project is easy to access, review, and reproduce.</a:t>
            </a:r>
            <a:endParaRPr lang="en-US" sz="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202" y="1327621"/>
            <a:ext cx="3612505" cy="9266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4600" y="1454869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4600" y="1721346"/>
            <a:ext cx="3300859" cy="405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code and project files.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https://github.com/keerthikabheemaraj/customer_sales_board</a:t>
            </a:r>
            <a:endParaRPr lang="en-US" sz="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202" y="2344266"/>
            <a:ext cx="3612505" cy="108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4600" y="2471514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44600" y="2737991"/>
            <a:ext cx="3300859" cy="568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Streamlit app.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https://customersalesboard-ftnubggesfgehjoubcgu8z.streamlit.app/</a:t>
            </a:r>
            <a:endParaRPr lang="en-US" sz="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202" y="3523283"/>
            <a:ext cx="3612505" cy="1089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4600" y="3650531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Notebook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844600" y="3917007"/>
            <a:ext cx="3300859" cy="568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analysis and development notebook.</a:t>
            </a:r>
            <a:endParaRPr lang="en-US" sz="85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850" u="sng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https://github.com/keerthikabheemaraj/customer_sales_board/blob/main/mini_project3.ipynb</a:t>
            </a:r>
            <a:endParaRPr lang="en-US" sz="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099" y="1505248"/>
            <a:ext cx="3921026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53099" y="1590303"/>
            <a:ext cx="1629594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Technical Requirements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553099" y="1856780"/>
            <a:ext cx="392102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and the notebook/Streamlit packages.</a:t>
            </a:r>
            <a:endParaRPr lang="en-US" sz="8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099" y="2348880"/>
            <a:ext cx="3921026" cy="142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553099" y="245648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18" name="Text 11"/>
          <p:cNvSpPr/>
          <p:nvPr/>
        </p:nvSpPr>
        <p:spPr>
          <a:xfrm>
            <a:off x="4553099" y="2722959"/>
            <a:ext cx="392102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Repository files and notebook include setup guidance.</a:t>
            </a:r>
            <a:endParaRPr lang="en-US" sz="8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099" y="3192512"/>
            <a:ext cx="3921026" cy="142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53099" y="3322662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Support Resources</a:t>
            </a:r>
            <a:endParaRPr lang="en-US" sz="1100" dirty="0"/>
          </a:p>
        </p:txBody>
      </p:sp>
      <p:sp>
        <p:nvSpPr>
          <p:cNvPr id="21" name="Text 13"/>
          <p:cNvSpPr/>
          <p:nvPr/>
        </p:nvSpPr>
        <p:spPr>
          <a:xfrm>
            <a:off x="4553099" y="3589139"/>
            <a:ext cx="3921026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the repository and notebook for troubleshooting.</a:t>
            </a:r>
            <a:endParaRPr lang="en-US" sz="8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9BCCCB4-CCB5-A5AD-E2F5-E9D74C1F768A}"/>
              </a:ext>
            </a:extLst>
          </p:cNvPr>
          <p:cNvSpPr/>
          <p:nvPr/>
        </p:nvSpPr>
        <p:spPr>
          <a:xfrm>
            <a:off x="8055429" y="4876800"/>
            <a:ext cx="1049653" cy="22681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Page 8</a:t>
            </a:r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3257B8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487</Words>
  <Application>Microsoft Office PowerPoint</Application>
  <PresentationFormat>On-screen Show (16:9)</PresentationFormat>
  <Paragraphs>107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Roboto Slab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Keerthika Bheemaraj</cp:lastModifiedBy>
  <cp:revision>2</cp:revision>
  <dcterms:created xsi:type="dcterms:W3CDTF">2026-06-12T19:38:11Z</dcterms:created>
  <dcterms:modified xsi:type="dcterms:W3CDTF">2026-06-13T06:31:01Z</dcterms:modified>
</cp:coreProperties>
</file>